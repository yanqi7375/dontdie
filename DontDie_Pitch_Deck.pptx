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DontDie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says DontDie. 🦞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alive-checks, SOS alerts, and emergency contact notification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people living alone.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Selina Huang  |  AIGEO  |  March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828800" cy="54864"/>
          </a:xfrm>
          <a:prstGeom prst="rect">
            <a:avLst/>
          </a:prstGeom>
          <a:solidFill>
            <a:srgbClr val="DC262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92,000,000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in China live alone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0" y="914400"/>
            <a:ext cx="3017520" cy="1097280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0" y="960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85216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Americans live alone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7863840" cy="1097280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834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5E5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"If I collapse in my apartment right now...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E5E5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long before anyone notices?"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are found days, sometimes weeks later.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because nobody cared — but because nobody had a system to check.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existing solutions fail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Alert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elderly.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$30/month pendants.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young person will wear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4630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84048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Emergency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0" y="25603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YOU to press.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what if you can't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anything?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67512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Watch SOS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25603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hardware.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charging.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you to remember.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DontDie 🦞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day, your AI asks: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"are you alive?"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 no reply → tells your mom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SOS → alerts everyone instantly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hardware. No app. Just a lobster that cares.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137160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clawhub install dontdie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command. Done.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0" y="265176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/dontdie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contact, time.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seconds.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37160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check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265176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"are you alive? 🦞"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 = streak +1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80960" y="137160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13232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32320" y="265176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→ instant alert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 silence → mom called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011680" cy="7315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framework.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product = one SKILL.md file.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2651760" y="1371600"/>
            <a:ext cx="2011680" cy="7315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3464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5603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state. Contacts,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streaks, medical info.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1371600"/>
            <a:ext cx="2011680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 MCP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Safety Net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5603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every API call.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switch. Evidence chain.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0" y="137160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0" y="1371600"/>
            <a:ext cx="2011680" cy="7315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+ Vercel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2376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Backend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3760" y="25603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API.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Twilio SMS + Resend email.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Daily Alive-Check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286000" y="822960"/>
            <a:ext cx="4572000" cy="3840480"/>
          </a:xfrm>
          <a:prstGeom prst="roundRect">
            <a:avLst>
              <a:gd name="adj" fmla="val 4762"/>
            </a:avLst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0" y="1097280"/>
            <a:ext cx="2926080" cy="548640"/>
          </a:xfrm>
          <a:prstGeom prst="roundRect">
            <a:avLst>
              <a:gd name="adj" fmla="val 25000"/>
            </a:avLst>
          </a:pr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you alive? 🦞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0" y="1920240"/>
            <a:ext cx="2468880" cy="548640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0" y="1965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alive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0" y="2743200"/>
            <a:ext cx="3657600" cy="822960"/>
          </a:xfrm>
          <a:prstGeom prst="roundRect">
            <a:avLst>
              <a:gd name="adj" fmla="val 16667"/>
            </a:avLst>
          </a:prstGeom>
          <a:solidFill>
            <a:srgbClr val="262626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2788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life accepted.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lobster is pleased. 🦞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streak: 47 days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"Day 47 of not dying" becomes a meme.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growth engine.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SOS Emergency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657600"/>
          </a:xfrm>
          <a:prstGeom prst="roundRect">
            <a:avLst>
              <a:gd name="adj" fmla="val 3750"/>
            </a:avLst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1188720"/>
            <a:ext cx="1645920" cy="457200"/>
          </a:xfrm>
          <a:prstGeom prst="roundRect">
            <a:avLst>
              <a:gd name="adj" fmla="val 24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2468880" y="12161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3200400" cy="731520"/>
          </a:xfrm>
          <a:prstGeom prst="roundRect">
            <a:avLst>
              <a:gd name="adj" fmla="val 15000"/>
            </a:avLst>
          </a:prstGeom>
          <a:solidFill>
            <a:srgbClr val="26262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got it. alerting your people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now. what's happening?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2926080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953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 pain can't breathe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3200400" cy="548640"/>
          </a:xfrm>
          <a:prstGeom prst="roundRect">
            <a:avLst>
              <a:gd name="adj" fmla="val 20000"/>
            </a:avLst>
          </a:prstGeom>
          <a:solidFill>
            <a:srgbClr val="14532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Mom notified via email + SMS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3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EMERGENCY from DontDie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55448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Selina has triggered an SOS.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Location: San Francisco, CA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Symptoms: chest pain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Medical: no allergies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Please call Selina NOW.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 answer, call 911.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Mom receives ↑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Two-Level Escalation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00" cy="2926080"/>
          </a:xfrm>
          <a:prstGeom prst="roundRect">
            <a:avLst>
              <a:gd name="adj" fmla="val 3125"/>
            </a:avLst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3657600" cy="7315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 Hours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5E5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"Hey, could you give Selina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5E5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call? She missed her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5E5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check-in. Probably nothing,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5E5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better safe than sorry."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657600" cy="2926080"/>
          </a:xfrm>
          <a:prstGeom prst="roundRect">
            <a:avLst>
              <a:gd name="adj" fmla="val 3125"/>
            </a:avLst>
          </a:prstGeom>
          <a:solidFill>
            <a:srgbClr val="1C0000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371600"/>
            <a:ext cx="3657600" cy="7315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 Hours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2920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560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C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"Go to Selina's apartment.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C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police for a welfare check.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C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 hours of silence is serious.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C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Please act now."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C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clawhub install dontdie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command. 60-second setup.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checks if you're alive every day.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EE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 million people living alone,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EE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all it takes is a lobster that cares.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Try not to die. 🦞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DontDie — Your AI says DontDie</dc:title>
  <dc:subject>PptxGenJS Presentation</dc:subject>
  <dc:creator>Selina Huang</dc:creator>
  <cp:lastModifiedBy>Selina Huang</cp:lastModifiedBy>
  <cp:revision>1</cp:revision>
  <dcterms:created xsi:type="dcterms:W3CDTF">2026-03-25T22:42:40Z</dcterms:created>
  <dcterms:modified xsi:type="dcterms:W3CDTF">2026-03-25T22:42:40Z</dcterms:modified>
</cp:coreProperties>
</file>